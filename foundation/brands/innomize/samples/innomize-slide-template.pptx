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54550" y="1495425"/>
            <a:ext cx="634901" cy="634901"/>
          </a:xfrm>
          <a:prstGeom prst="roundRect">
            <a:avLst>
              <a:gd name="adj" fmla="val 16003"/>
            </a:avLst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22589" y="1608088"/>
            <a:ext cx="10079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178888" y="2511326"/>
            <a:ext cx="2786223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44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INNOMIZE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067162" y="3352651"/>
            <a:ext cx="300952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6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Innovate. Scale. Succeed.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-91440" y="4591050"/>
            <a:ext cx="9326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www.innomizetech.com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3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50" y="1792337"/>
            <a:ext cx="1015901" cy="50750"/>
          </a:xfrm>
          <a:prstGeom prst="roundRect">
            <a:avLst>
              <a:gd name="adj" fmla="val 500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29243" y="2147888"/>
            <a:ext cx="3685514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714519" y="3055888"/>
            <a:ext cx="371481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C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or description goes here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20676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3810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520726"/>
            <a:ext cx="8290661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2000"/>
              </a:spcAft>
              <a:buNone/>
            </a:pPr>
            <a:r>
              <a:rPr lang="en-US" sz="18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your main content area. Use this space to present key information, insights, or details that support your presentation narrative.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2505968"/>
            <a:ext cx="8128099" cy="745927"/>
          </a:xfrm>
          <a:prstGeom prst="rect">
            <a:avLst/>
          </a:prstGeom>
          <a:solidFill>
            <a:srgbClr val="FFF3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2505968"/>
            <a:ext cx="0" cy="745927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476" y="2759869"/>
            <a:ext cx="77241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 or important callout text can be highlighted here for emphasis.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20676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3810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Layout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520726"/>
            <a:ext cx="3873550" cy="3165574"/>
          </a:xfrm>
          <a:prstGeom prst="roundRect">
            <a:avLst>
              <a:gd name="adj" fmla="val 321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544538"/>
            <a:ext cx="3873550" cy="0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1873151"/>
            <a:ext cx="332922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750" y="2371576"/>
            <a:ext cx="332922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first option, approach, or concept here. Use clear, concise language.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62500" y="1520726"/>
            <a:ext cx="3873550" cy="3165574"/>
          </a:xfrm>
          <a:prstGeom prst="roundRect">
            <a:avLst>
              <a:gd name="adj" fmla="val 321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62500" y="1544538"/>
            <a:ext cx="3873550" cy="0"/>
          </a:xfrm>
          <a:prstGeom prst="line">
            <a:avLst/>
          </a:prstGeom>
          <a:noFill/>
          <a:ln w="47625">
            <a:solidFill>
              <a:srgbClr val="4E6E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67300" y="1873151"/>
            <a:ext cx="332922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67300" y="2371576"/>
            <a:ext cx="332922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second option, approach, or concept here. Highlight differences.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063901" cy="5143500"/>
          </a:xfrm>
          <a:prstGeom prst="rect">
            <a:avLst/>
          </a:prstGeom>
          <a:solidFill>
            <a:srgbClr val="DAE0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1851" y="1180356"/>
            <a:ext cx="41454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with Text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1851" y="1843832"/>
            <a:ext cx="4145482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spcAft>
                <a:spcPts val="2400"/>
              </a:spcAft>
              <a:buNone/>
            </a:pPr>
            <a:r>
              <a:rPr lang="en-US" sz="16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layout when you want to combine visual content with explanatory text. The image placeholder can hold photos, diagrams, or illustrations.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1851" y="3448794"/>
            <a:ext cx="4064198" cy="514350"/>
          </a:xfrm>
          <a:prstGeom prst="roundRect">
            <a:avLst>
              <a:gd name="adj" fmla="val 14815"/>
            </a:avLst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76651" y="3601194"/>
            <a:ext cx="35236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More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20676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3810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520726"/>
            <a:ext cx="8128099" cy="2102644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key point or insight to share with your audience</a:t>
            </a:r>
            <a:endParaRPr lang="en-US" sz="1800" dirty="0"/>
          </a:p>
          <a:p>
            <a:pPr algn="l" marL="152400" indent="-1524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important item that supports your narrative</a:t>
            </a:r>
            <a:endParaRPr lang="en-US" sz="1800" dirty="0"/>
          </a:p>
          <a:p>
            <a:pPr algn="l" marL="152400" indent="-1524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bullet point with relevant information</a:t>
            </a:r>
            <a:endParaRPr lang="en-US" sz="1800" dirty="0"/>
          </a:p>
          <a:p>
            <a:pPr algn="l" marL="152400" indent="-1524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point to complete your message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3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41698" y="1441549"/>
            <a:ext cx="286045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17296" y="2282875"/>
            <a:ext cx="27092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1800" dirty="0">
                <a:solidFill>
                  <a:srgbClr val="93A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Innovate. Scale. Succeed.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916287" y="3057525"/>
            <a:ext cx="3311277" cy="644426"/>
          </a:xfrm>
          <a:prstGeom prst="roundRect">
            <a:avLst>
              <a:gd name="adj" fmla="val 15766"/>
            </a:avLst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24238" y="3260675"/>
            <a:ext cx="23412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www.innomizetech.com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20597" y="4591050"/>
            <a:ext cx="29026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INNOMIZE - Better Solutions, Better Lives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INNOMIZE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INNOMIZE Presentation Template</dc:title>
  <dc:subject>Brand Template</dc:subject>
  <dc:creator>INNOMIZE</dc:creator>
  <cp:lastModifiedBy>INNOMIZE</cp:lastModifiedBy>
  <cp:revision>1</cp:revision>
  <dcterms:created xsi:type="dcterms:W3CDTF">2025-12-27T04:59:42Z</dcterms:created>
  <dcterms:modified xsi:type="dcterms:W3CDTF">2025-12-27T04:59:42Z</dcterms:modified>
</cp:coreProperties>
</file>