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7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735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46527" y="989856"/>
            <a:ext cx="14507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INNOMIZE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54590" y="1866156"/>
            <a:ext cx="4434670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20"/>
              </a:lnSpc>
              <a:spcAft>
                <a:spcPts val="800"/>
              </a:spcAft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Adoption
</a:t>
            </a:r>
            <a:r>
              <a:rPr lang="en-US" sz="42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Series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577895" y="3141018"/>
            <a:ext cx="39880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0"/>
              </a:spcAft>
              <a:buNone/>
            </a:pPr>
            <a:r>
              <a:rPr lang="en-US" sz="2000" dirty="0">
                <a:solidFill>
                  <a:srgbClr val="A5A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AI capability across teams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51323" y="3994993"/>
            <a:ext cx="8868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A5A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Sessions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98220" y="3994993"/>
            <a:ext cx="12496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A5A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45-60 min each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08953" y="3994993"/>
            <a:ext cx="7825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A5A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Teams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E3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718221"/>
            <a:ext cx="7772400" cy="170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adoption is a </a:t>
            </a:r>
            <a:r>
              <a:rPr lang="en-US" sz="32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and skills</a:t>
            </a: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decision.</a:t>
            </a:r>
            <a:endParaRPr lang="en-US" sz="3200" dirty="0"/>
          </a:p>
          <a:p>
            <a:pPr marL="0" indent="0" algn="ctr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follow."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3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</a:t>
            </a:r>
            <a:r>
              <a:rPr lang="en-US" sz="28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Gap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866775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08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McKinsey Global Institute, November 2025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37197" y="1765445"/>
            <a:ext cx="2634803" cy="71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937197" y="2603645"/>
            <a:ext cx="263480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0"/>
              </a:spcBef>
              <a:buNone/>
            </a:pPr>
            <a:r>
              <a:rPr lang="en-US" sz="1400" dirty="0">
                <a:solidFill>
                  <a:srgbClr val="A5A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companies have invested in AI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245330" y="1765445"/>
            <a:ext cx="1955093" cy="71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4E6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&lt;40%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245330" y="2603645"/>
            <a:ext cx="19550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0"/>
              </a:spcBef>
              <a:buNone/>
            </a:pPr>
            <a:r>
              <a:rPr lang="en-US" sz="1400" dirty="0">
                <a:solidFill>
                  <a:srgbClr val="A5A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measurable gains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950" y="3861197"/>
            <a:ext cx="8128099" cy="901303"/>
          </a:xfrm>
          <a:prstGeom prst="rect">
            <a:avLst/>
          </a:prstGeom>
          <a:solidFill>
            <a:srgbClr val="353F4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1763" y="3861197"/>
            <a:ext cx="0" cy="901303"/>
          </a:xfrm>
          <a:prstGeom prst="line">
            <a:avLst/>
          </a:prstGeom>
          <a:noFill/>
          <a:ln w="47625">
            <a:solidFill>
              <a:srgbClr val="EA3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09476" y="4064347"/>
            <a:ext cx="7724126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"Most workflows were designed for a pre-AI world. Applying AI to individual tasks within legacy processes is unlikely to deliver the productivity gains now possible."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</Words>
  <Application>Microsoft Macintosh PowerPoint</Application>
  <PresentationFormat>On-screen Show (16:9)</PresentationFormat>
  <Paragraphs>18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INNOMIZE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Adoption Workshop Series</dc:title>
  <dc:subject>PptxGenJS Presentation</dc:subject>
  <dc:creator>INNOMIZE</dc:creator>
  <cp:lastModifiedBy>Hoang Le</cp:lastModifiedBy>
  <cp:revision>2</cp:revision>
  <dcterms:created xsi:type="dcterms:W3CDTF">2025-12-27T04:42:39Z</dcterms:created>
  <dcterms:modified xsi:type="dcterms:W3CDTF">2025-12-27T04:47:43Z</dcterms:modified>
</cp:coreProperties>
</file>