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685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A32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354590" y="1866156"/>
            <a:ext cx="443467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spcAft>
                <a:spcPts val="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
</a:t>
            </a:r>
            <a:r>
              <a:rPr lang="en-US" sz="4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Series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577895" y="3141018"/>
            <a:ext cx="39880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0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AI capability across teams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51323" y="3994993"/>
            <a:ext cx="8868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Sessions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98220" y="3994993"/>
            <a:ext cx="12496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45-60 min each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08953" y="3994993"/>
            <a:ext cx="7825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Teams</a:t>
            </a:r>
            <a:endParaRPr lang="en-US" sz="1400" dirty="0"/>
          </a:p>
        </p:txBody>
      </p:sp>
      <p:pic>
        <p:nvPicPr>
          <p:cNvPr id="10" name="Picture 9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BA8F9BFB-A871-4FD5-D7EB-9652ADBCF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02" y="748185"/>
            <a:ext cx="2168551" cy="4459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18221"/>
            <a:ext cx="7772400" cy="170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adoption is a </a:t>
            </a:r>
            <a:r>
              <a:rPr lang="en-US" sz="3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and skills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decision.</a:t>
            </a:r>
            <a:endParaRPr lang="en-US" sz="3200" dirty="0"/>
          </a:p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follow."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</a:t>
            </a:r>
            <a:r>
              <a:rPr lang="en-US" sz="2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6677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Global Institute, November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7197" y="1273076"/>
            <a:ext cx="2590699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937197" y="2111276"/>
            <a:ext cx="259069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companies have invested in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45330" y="1273076"/>
            <a:ext cx="1955093" cy="71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4E6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245330" y="2111276"/>
            <a:ext cx="19550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buNone/>
            </a:pPr>
            <a:r>
              <a:rPr lang="en-US" sz="14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measurable gains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861197"/>
            <a:ext cx="8128099" cy="901303"/>
          </a:xfrm>
          <a:prstGeom prst="rect">
            <a:avLst/>
          </a:prstGeom>
          <a:solidFill>
            <a:srgbClr val="353F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3861197"/>
            <a:ext cx="0" cy="901303"/>
          </a:xfrm>
          <a:prstGeom prst="line">
            <a:avLst/>
          </a:prstGeom>
          <a:noFill/>
          <a:ln w="47625">
            <a:solidFill>
              <a:srgbClr val="EA3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9476" y="4064347"/>
            <a:ext cx="772412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"Most workflows were designed for a pre-AI world. Applying AI to individual tasks within legacy processes is unlikely to deliver the productivity gains now possible."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Risks </a:t>
            </a:r>
            <a:r>
              <a:rPr lang="en-US" sz="2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95375"/>
            <a:ext cx="3962400" cy="1614190"/>
          </a:xfrm>
          <a:prstGeom prst="roundRect">
            <a:avLst>
              <a:gd name="adj" fmla="val 7868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376" y="1358801"/>
            <a:ext cx="35042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1376" y="1984177"/>
            <a:ext cx="350425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AI-generated code contains security vulnerabilities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73501" y="1095375"/>
            <a:ext cx="3962400" cy="1614190"/>
          </a:xfrm>
          <a:prstGeom prst="roundRect">
            <a:avLst>
              <a:gd name="adj" fmla="val 7868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36927" y="1358801"/>
            <a:ext cx="35042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936927" y="1984177"/>
            <a:ext cx="350425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"vibe coders" skip testing entirely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912715"/>
            <a:ext cx="3962400" cy="1499890"/>
          </a:xfrm>
          <a:prstGeom prst="roundRect">
            <a:avLst>
              <a:gd name="adj" fmla="val 8467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3176141"/>
            <a:ext cx="350425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!!!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71376" y="3687217"/>
            <a:ext cx="350425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debt compounds - each shortcut accumulates into bigger problems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3501" y="2912715"/>
            <a:ext cx="3962400" cy="1499890"/>
          </a:xfrm>
          <a:prstGeom prst="roundRect">
            <a:avLst>
              <a:gd name="adj" fmla="val 8467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6927" y="3176141"/>
            <a:ext cx="350425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!!!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6927" y="3687217"/>
            <a:ext cx="350425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 burnout from reviewing AI-generated chaos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9354" y="1771055"/>
            <a:ext cx="4365144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spcAft>
                <a:spcPts val="2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changed </a:t>
            </a:r>
            <a:r>
              <a:rPr lang="en-US" sz="3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workload."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389354" y="3162895"/>
            <a:ext cx="4365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Red Queen Effect of AI Productivity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301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28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Happens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93577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People Expect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1384102"/>
            <a:ext cx="3873550" cy="895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work 10x faster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work 10x less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output, less effort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62500" y="993577"/>
            <a:ext cx="39510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62500" y="1384102"/>
            <a:ext cx="3873550" cy="895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work 10x faster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tackle 10x more complex problems</a:t>
            </a:r>
            <a:endParaRPr lang="en-US" sz="1300" dirty="0"/>
          </a:p>
          <a:p>
            <a:pPr marL="342900" indent="-342900" algn="l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stays same, capability expands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3747195"/>
            <a:ext cx="8128099" cy="1091505"/>
          </a:xfrm>
          <a:prstGeom prst="roundRect">
            <a:avLst>
              <a:gd name="adj" fmla="val 11635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3934420"/>
            <a:ext cx="78048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6075" y="4153495"/>
            <a:ext cx="780488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ask "How much time does AI save?" - Ask "</a:t>
            </a:r>
            <a:r>
              <a:rPr lang="en-US" sz="1400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we build now that we couldn't before?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That </a:t>
            </a:r>
            <a:r>
              <a:rPr lang="en-US" sz="26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in Value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50" y="727025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08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analysis of 800+ occupations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39510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Demand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7950" y="1403152"/>
            <a:ext cx="3873550" cy="1295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negotiation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collaboration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and empathy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</a:t>
            </a: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(fastest-growing)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62500" y="1057126"/>
            <a:ext cx="395102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to Automation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0" y="1403152"/>
            <a:ext cx="387355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digital tasks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processing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Rules-based work</a:t>
            </a:r>
            <a:endParaRPr lang="en-US" sz="1200" dirty="0"/>
          </a:p>
          <a:p>
            <a:pPr marL="342900" indent="-3429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A5A9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 and formatting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952304"/>
            <a:ext cx="8128099" cy="941189"/>
          </a:xfrm>
          <a:prstGeom prst="roundRect">
            <a:avLst>
              <a:gd name="adj" fmla="val 13494"/>
            </a:avLst>
          </a:prstGeom>
          <a:solidFill>
            <a:srgbClr val="353F48"/>
          </a:solidFill>
          <a:ln w="9525">
            <a:solidFill>
              <a:srgbClr val="4A545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3088779"/>
            <a:ext cx="7856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0626" y="3295055"/>
            <a:ext cx="7856803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skills</a:t>
            </a: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employers seek are used in BOTH automatable and non-automatable work. The future is skill partnership, not replacement.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282</Words>
  <Application>Microsoft Macintosh PowerPoint</Application>
  <PresentationFormat>On-screen Show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INNOMIZE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Adoption Workshop Series</dc:title>
  <dc:subject>PptxGenJS Presentation</dc:subject>
  <dc:creator>INNOMIZE</dc:creator>
  <cp:lastModifiedBy>Hoang Le</cp:lastModifiedBy>
  <cp:revision>2</cp:revision>
  <dcterms:created xsi:type="dcterms:W3CDTF">2025-12-27T04:50:28Z</dcterms:created>
  <dcterms:modified xsi:type="dcterms:W3CDTF">2025-12-27T06:42:18Z</dcterms:modified>
</cp:coreProperties>
</file>